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337</Words>
  <Application>Microsoft Office PowerPoint</Application>
  <PresentationFormat>Grand écran</PresentationFormat>
  <Paragraphs>33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Tests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4</cp:revision>
  <dcterms:created xsi:type="dcterms:W3CDTF">2026-03-23T13:41:06Z</dcterms:created>
  <dcterms:modified xsi:type="dcterms:W3CDTF">2026-03-23T20:42:06Z</dcterms:modified>
</cp:coreProperties>
</file>