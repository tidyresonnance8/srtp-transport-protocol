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6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D961BA-291D-97A3-9148-0C4FD538D0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C993B29-1D37-1CC5-C36A-E4B224258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439B63-6251-C4FC-6DB1-558DB62F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152541-EE4E-A458-C5B1-26178E37A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9ED024-FDCB-FA3C-B156-41FE2CADF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89536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E8A97-6F38-59FD-BAFA-52A266984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A1F500-B69C-CD10-5BBD-6C7AE1EA1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B5B0DC-09BF-CC65-309C-4C8E3B4E0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21B19A3-6D7D-1E5C-118B-740BCEE9E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BFB97C-E358-15A7-B389-F076025AB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54473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033E5-55F0-B352-03B9-47CFAF8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2A70BD1-9493-4CC9-5705-1062024AA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CF9FCD-AC8C-8E93-B0C0-F4DADFE2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2341B2-0BD4-42F8-23B5-6BD7EA772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F9EC10-7AA1-4B85-8F1E-B94C71259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8542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60D486-500A-03D9-4C09-CD079E353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067C42-08CD-479D-78AC-E0B85D4D08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DD4065D-2A40-F2DA-CA4B-8880A82E5D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4942037-5D1B-954C-6963-06CE9003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2110DB8-3A58-62E0-077F-CA27FA0EB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F15DE72-47C9-696F-83A6-B45DA8889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30731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3843CD-653D-C9C8-E9B7-1D13D863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6FA606-5754-8FA8-EB47-EA25EC12FC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18543E-BE2C-D599-EEE5-3D9992418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7A010E-730D-677D-D9D7-152DCAD73A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A23EA9-BA2F-7F11-350A-2C58AEF2F1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F08BF6F-DEEA-6546-95FA-33285CFB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CC662A4-7335-8F2C-060E-16372736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F11906F-D4C1-4F70-257E-5AA09B285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63066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B19A45-1895-230E-82FE-16DE3780F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A1C79D-9BB7-23BF-96B9-663A7D5A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96DC593-5021-A87C-C97E-C7E6EC77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FA042C0-E0E5-0CF3-B274-2690B631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59685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5006FEF-FF2A-FAF8-B83D-E3DFBF7DE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8F35A08-C41D-5E9B-9568-4CF7E9012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97FCD8-9915-3CA5-627F-E2156D95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4264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E1F1FA-E42D-4915-0F8F-9517FA85C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2FD00B-0A1A-0E4B-9769-C43D75A64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E15D0D1-8FDB-830F-870C-960E60A39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3260FF-EBA8-F2A9-0A30-B79502007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94B1D4-018F-9928-A4B6-B689983B5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EAA2624-CE92-87D1-4575-471451D4D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08173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EFD03F-0A4E-DDC4-2E4D-1025C0C41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9D59E31-C0CE-3171-7C14-8C5C049532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5BC0314-E2A9-1212-EC89-BE5218C51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70323AB-941F-9555-8BBA-B530BAA3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B1CE565-2A11-01F4-3DBE-48CB957C2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48092A-C140-906E-CF32-E322223AA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72552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7C4899-4132-F5B0-54D9-9EB746B9D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71BF9BF-47DA-A687-A02B-91085B2B3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8A55B2-1F8F-A2CD-97DD-A19815C34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2A11B7-26F4-EEAA-5717-7324A1612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A0232A-F5BA-11F1-BFBF-2EF713136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6741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72BDDF0-8DCA-1DCB-A7E4-82A794826C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45B8A44-A78D-B316-04A2-9AFA1BF58A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4C135EC-B571-FEE8-888D-8CEA07A63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0D825E-C463-3065-FFAF-B1BED5B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3B19BC-432B-9C01-62EE-2349E702B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9184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CCA7100-51A1-B3BD-FF8C-A5E62BA4E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1374CFF-D3C8-563C-6974-CF5D5F736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0199C9-3010-90F8-E3D6-8D068AFB09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3563F0-B213-F921-D5F9-AC46A4828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BFA6C4-02E3-55E1-F30B-FC7331EF62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86906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8EAAB0-94D4-0D3D-ADD9-B2EA0A20F4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LINFO1341 : Projet SRTP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E20315-798F-02B5-99A4-DE702CC0F7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 dirty="0"/>
              <a:t>Mbengue Abdou</a:t>
            </a:r>
          </a:p>
          <a:p>
            <a:r>
              <a:rPr lang="fr-BE" dirty="0" err="1"/>
              <a:t>Yamdjieu</a:t>
            </a:r>
            <a:r>
              <a:rPr lang="fr-BE" dirty="0"/>
              <a:t> Isaac</a:t>
            </a:r>
          </a:p>
          <a:p>
            <a:r>
              <a:rPr lang="fr-BE" dirty="0"/>
              <a:t>Bortoluzzi </a:t>
            </a:r>
            <a:r>
              <a:rPr lang="fr-BE" dirty="0" err="1"/>
              <a:t>Cesar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93867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62AF9C-1916-46F4-62F8-124E170BA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client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B24E27-5A66-1FCA-FA01-5E899756D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Envoie d’une requête HTTP simplifié au serveur avec un timestamp initial. </a:t>
            </a:r>
          </a:p>
          <a:p>
            <a:r>
              <a:rPr lang="fr-BE" dirty="0"/>
              <a:t>Réception du </a:t>
            </a:r>
            <a:r>
              <a:rPr lang="fr-BE" dirty="0" err="1"/>
              <a:t>packet</a:t>
            </a:r>
            <a:r>
              <a:rPr lang="fr-BE" dirty="0"/>
              <a:t> et décodage avec protocole (si paquet corrompu, ignoré)</a:t>
            </a:r>
          </a:p>
          <a:p>
            <a:r>
              <a:rPr lang="fr-BE" dirty="0"/>
              <a:t>Ecriture si paquet attendu, stockage dans buffer sinon</a:t>
            </a:r>
          </a:p>
          <a:p>
            <a:r>
              <a:rPr lang="fr-BE" dirty="0"/>
              <a:t>ACK renvoyé si pas de perte, SACK sinon</a:t>
            </a:r>
          </a:p>
          <a:p>
            <a:r>
              <a:rPr lang="fr-BE" dirty="0"/>
              <a:t>Si timeout : retransmet la requête GET si le transfert n’a pas commencé, envoie le dernier </a:t>
            </a:r>
            <a:r>
              <a:rPr lang="fr-BE" dirty="0" err="1"/>
              <a:t>ack</a:t>
            </a:r>
            <a:r>
              <a:rPr lang="fr-BE" dirty="0"/>
              <a:t> sinon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45070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10B96E-3D71-43F3-57D8-68A13A17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serveur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74AB90-ED44-DFB7-680B-3716864C6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4631"/>
          </a:xfrm>
        </p:spPr>
        <p:txBody>
          <a:bodyPr>
            <a:normAutofit fontScale="92500" lnSpcReduction="10000"/>
          </a:bodyPr>
          <a:lstStyle/>
          <a:p>
            <a:r>
              <a:rPr lang="fr-BE" dirty="0"/>
              <a:t>Liste des Clients avec chacun leurs états</a:t>
            </a:r>
          </a:p>
          <a:p>
            <a:r>
              <a:rPr lang="fr-BE" dirty="0"/>
              <a:t>Reçoit un paquet et vérifie si le client est présent dans la liste </a:t>
            </a:r>
          </a:p>
          <a:p>
            <a:r>
              <a:rPr lang="fr-BE" dirty="0"/>
              <a:t>Si présent, traite ACK/SACK </a:t>
            </a:r>
          </a:p>
          <a:p>
            <a:r>
              <a:rPr lang="fr-BE" dirty="0"/>
              <a:t>Sinon : vérifie la requête DATA, ouvre un fichier et ajoute le client à la liste</a:t>
            </a:r>
          </a:p>
          <a:p>
            <a:r>
              <a:rPr lang="fr-BE" dirty="0"/>
              <a:t>Envoie des données tant que fenêtre pas pleine et </a:t>
            </a:r>
            <a:r>
              <a:rPr lang="fr-BE" dirty="0" err="1"/>
              <a:t>fchier</a:t>
            </a:r>
            <a:r>
              <a:rPr lang="fr-BE" dirty="0"/>
              <a:t> pas fini</a:t>
            </a:r>
          </a:p>
          <a:p>
            <a:r>
              <a:rPr lang="fr-BE" dirty="0"/>
              <a:t>Si timeout : si l’envoie n’est pas fini, envoie les sauvegardes du </a:t>
            </a:r>
            <a:r>
              <a:rPr lang="fr-BE" dirty="0" err="1"/>
              <a:t>packets</a:t>
            </a:r>
            <a:r>
              <a:rPr lang="fr-BE" dirty="0"/>
              <a:t>; retransmet le paquet de fin si pas encore acquitté</a:t>
            </a:r>
          </a:p>
          <a:p>
            <a:r>
              <a:rPr lang="fr-FR" dirty="0"/>
              <a:t>Transfert considéré terminé 3 secondes après l’envoie du paquet de fin</a:t>
            </a:r>
          </a:p>
          <a:p>
            <a:r>
              <a:rPr lang="fr-FR" dirty="0"/>
              <a:t>A la fin du transfert, envoie un </a:t>
            </a:r>
            <a:r>
              <a:rPr lang="fr-FR" dirty="0" err="1"/>
              <a:t>packet</a:t>
            </a:r>
            <a:r>
              <a:rPr lang="fr-FR" dirty="0"/>
              <a:t> vide, attends le ACK et nettoie le client de la liste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99860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B6E528-DB78-23E5-9EB0-3F7C72A58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Timestamp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C7DC3-0304-0075-6D07-5112392AF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Utilisé pour calculer le RTT (temps que met une requête pour être traité et que la réponse revienne) et définir un timeout.</a:t>
            </a:r>
          </a:p>
          <a:p>
            <a:r>
              <a:rPr lang="fr-BE" dirty="0"/>
              <a:t>Initialisé comme le temps actuel multiplié par 1000 modulo 32 bits (2 exposant 32).</a:t>
            </a:r>
          </a:p>
          <a:p>
            <a:r>
              <a:rPr lang="fr-BE" dirty="0"/>
              <a:t>Permet de toujours savoir le moment où la requête a été envoyé.</a:t>
            </a:r>
          </a:p>
        </p:txBody>
      </p:sp>
    </p:spTree>
    <p:extLst>
      <p:ext uri="{BB962C8B-B14F-4D97-AF65-F5344CB8AC3E}">
        <p14:creationId xmlns:p14="http://schemas.microsoft.com/office/powerpoint/2010/main" val="120158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4B226A-A6C4-1E43-0B07-51B4421AE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Retransmission timeout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A19888-2176-3B90-1597-1F96E4E34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Adaptatif, maximum entre 0.5 et 2.5 fois RTT estimé (0.875 * ancien RTT + 0.125 * mesure). </a:t>
            </a:r>
          </a:p>
          <a:p>
            <a:r>
              <a:rPr lang="fr-BE" dirty="0"/>
              <a:t>Permet d’éviter les retransmissions inutiles tout en étant réactif aux variations réseaux.</a:t>
            </a:r>
          </a:p>
        </p:txBody>
      </p:sp>
    </p:spTree>
    <p:extLst>
      <p:ext uri="{BB962C8B-B14F-4D97-AF65-F5344CB8AC3E}">
        <p14:creationId xmlns:p14="http://schemas.microsoft.com/office/powerpoint/2010/main" val="3903228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37EEDB-BD17-5293-55AD-CC15F78B9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Partie critique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AC1372-CE1F-CD60-74E5-EF9DDAB00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La partie critique de notre implémentation affectant la vitesse de transfert est la gestion de la fenêtre et du buffer.</a:t>
            </a:r>
          </a:p>
          <a:p>
            <a:r>
              <a:rPr lang="fr-BE" dirty="0"/>
              <a:t>Taille maximale de la fenêtre = 63.</a:t>
            </a:r>
          </a:p>
          <a:p>
            <a:r>
              <a:rPr lang="fr-BE" dirty="0"/>
              <a:t>Retransmissions et traitement des ACK/SACK plus complexes</a:t>
            </a:r>
          </a:p>
          <a:p>
            <a:r>
              <a:rPr lang="fr-BE" dirty="0"/>
              <a:t>Trop de pertes et de désordre dans les envois -&gt; grand nombre de retransmissions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353696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AEA3A3-5F18-11E7-8D99-8D2BC5559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C74EF7-A164-2B47-96EB-7094A2A31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Mesures : débit (bytes/sec), temps de transfert, nombre de retransmissions</a:t>
            </a:r>
          </a:p>
          <a:p>
            <a:r>
              <a:rPr lang="fr-BE" dirty="0"/>
              <a:t>Scénarios : réseau parfait, pertes, fichiers de tailles variés</a:t>
            </a:r>
          </a:p>
          <a:p>
            <a:r>
              <a:rPr lang="fr-BE" dirty="0"/>
              <a:t>Méthodologie : </a:t>
            </a:r>
            <a:r>
              <a:rPr lang="fr-FR" dirty="0"/>
              <a:t>Comparaison </a:t>
            </a:r>
            <a:r>
              <a:rPr lang="fr-FR" b="1" dirty="0"/>
              <a:t>MD5</a:t>
            </a:r>
            <a:r>
              <a:rPr lang="fr-FR" dirty="0"/>
              <a:t> (intégrité), Tests automatisés avec </a:t>
            </a:r>
            <a:r>
              <a:rPr lang="fr-FR" dirty="0" err="1"/>
              <a:t>pytest</a:t>
            </a:r>
            <a:r>
              <a:rPr lang="fr-FR" dirty="0"/>
              <a:t>, Proxy UDP pour interopérabilité, fichiers déterministes, environnement contrôlé (loopback) 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479916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966033-240C-9EA6-F680-D9EEFEFA2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Tests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E8B874C-98CB-20AD-055C-CE7C143C9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 Tests unitaires : </a:t>
            </a:r>
            <a:r>
              <a:rPr lang="fr-FR" dirty="0" err="1"/>
              <a:t>empackage</a:t>
            </a:r>
            <a:r>
              <a:rPr lang="fr-FR" dirty="0"/>
              <a:t> / </a:t>
            </a:r>
            <a:r>
              <a:rPr lang="fr-FR" dirty="0" err="1"/>
              <a:t>depackage</a:t>
            </a:r>
            <a:r>
              <a:rPr lang="fr-FR" dirty="0"/>
              <a:t>, CRC, SACK encode/</a:t>
            </a:r>
            <a:r>
              <a:rPr lang="fr-FR" dirty="0" err="1"/>
              <a:t>decode</a:t>
            </a:r>
            <a:r>
              <a:rPr lang="fr-FR" dirty="0"/>
              <a:t> </a:t>
            </a:r>
          </a:p>
          <a:p>
            <a:r>
              <a:rPr lang="fr-FR" b="1" dirty="0"/>
              <a:t>Tests d’intégration : </a:t>
            </a:r>
            <a:r>
              <a:rPr lang="fr-FR" dirty="0"/>
              <a:t>client ↔ serveur, fichiers de tailles variées </a:t>
            </a:r>
          </a:p>
          <a:p>
            <a:r>
              <a:rPr lang="fr-FR" b="1" dirty="0"/>
              <a:t>Tests d’interopérabilité : </a:t>
            </a:r>
            <a:r>
              <a:rPr lang="fr-FR" dirty="0"/>
              <a:t>avec implémentation de référence </a:t>
            </a:r>
          </a:p>
          <a:p>
            <a:r>
              <a:rPr lang="fr-FR" b="1" dirty="0"/>
              <a:t>Tests robustesse :</a:t>
            </a:r>
            <a:r>
              <a:rPr lang="fr-FR" dirty="0"/>
              <a:t>pertes, corruption, multi-clients 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638850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5BC356-2857-F420-C840-CA3220344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Acquittements sélectifs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1BF957-E9DF-D69A-49C0-2A5ECDC58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Retransmissions ciblées : plus efficace en cas de perte, moins de trafic inutile</a:t>
            </a:r>
          </a:p>
          <a:p>
            <a:r>
              <a:rPr lang="fr-BE" dirty="0"/>
              <a:t>Gains : amélioration du débit, réduction latence, plus efficace face aux pertes</a:t>
            </a:r>
          </a:p>
          <a:p>
            <a:pPr>
              <a:buFont typeface="Wingdings" panose="05000000000000000000" pitchFamily="2" charset="2"/>
              <a:buChar char="Ø"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68175892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458</Words>
  <Application>Microsoft Office PowerPoint</Application>
  <PresentationFormat>Grand écran</PresentationFormat>
  <Paragraphs>43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Thème Office</vt:lpstr>
      <vt:lpstr>LINFO1341 : Projet SRTP</vt:lpstr>
      <vt:lpstr>Architecture du client</vt:lpstr>
      <vt:lpstr>Architecture du serveur</vt:lpstr>
      <vt:lpstr>Timestamp</vt:lpstr>
      <vt:lpstr>Retransmission timeout</vt:lpstr>
      <vt:lpstr>Partie critique</vt:lpstr>
      <vt:lpstr>Performances</vt:lpstr>
      <vt:lpstr>Tests</vt:lpstr>
      <vt:lpstr>Acquittements sélectifs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Mb</dc:creator>
  <cp:lastModifiedBy>Ab Mb</cp:lastModifiedBy>
  <cp:revision>5</cp:revision>
  <dcterms:created xsi:type="dcterms:W3CDTF">2026-03-23T13:41:06Z</dcterms:created>
  <dcterms:modified xsi:type="dcterms:W3CDTF">2026-03-23T21:01:36Z</dcterms:modified>
</cp:coreProperties>
</file>